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754880"/>
            <a:ext cx="54864" cy="5486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4663440"/>
            <a:ext cx="54864" cy="5486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54864" cy="54864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Cosmic Wars?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Wars is an interactive, space-themed mechatronics game that combines physical engineering with real-time decision-making. Players answer trivia questions to unlock ball shooters, scoring points by hitting targets with color-sorted balls — all controlled by Arduino.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2907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Interactive Gameplay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Joystick-controlled ball shooters for real-time play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834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907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Arduino-Powered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microcontrollers handle sensing &amp; actuation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" y="3913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Color Sorting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4224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sorting of green &amp; white balls via sensor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8404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3913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Scoring 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4224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target 100pts, centre &amp; right 50pts each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2667618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70538" y="1188720"/>
            <a:ext cx="5790582" cy="3657600"/>
          </a:xfrm>
          <a:prstGeom prst="roundRect">
            <a:avLst>
              <a:gd name="adj" fmla="val 2500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353418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Signals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53418" y="1801368"/>
            <a:ext cx="137160" cy="1371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4586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signal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54586" y="1984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Arduino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53418" y="2286000"/>
            <a:ext cx="137160" cy="1371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54586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 / B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54586" y="24688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→ Arduino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53418" y="2770632"/>
            <a:ext cx="137160" cy="1371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54586" y="27249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54586" y="29535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→ Entry gate servo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53418" y="3255264"/>
            <a:ext cx="137160" cy="1371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4586" y="320954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54586" y="34381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→ Lifting motor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53418" y="373989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54586" y="36941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data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554586" y="39227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→ LCD display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53418" y="4224528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54586" y="41788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gates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54586" y="4407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→ Sorting servos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CONNECTIONS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682" y="1170432"/>
            <a:ext cx="6450637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73168"/>
            <a:ext cx="256032" cy="16459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745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(12V/5V)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4773168"/>
            <a:ext cx="256032" cy="1645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4745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(GND)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4773168"/>
            <a:ext cx="256032" cy="164592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4920" y="4745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/ Data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03720" y="4773168"/>
            <a:ext cx="256032" cy="164592"/>
          </a:xfrm>
          <a:prstGeom prst="rect">
            <a:avLst/>
          </a:prstGeom>
          <a:solidFill>
            <a:srgbClr val="00CC44"/>
          </a:solidFill>
          <a:ln w="12700">
            <a:solidFill>
              <a:srgbClr val="00CC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4745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Lines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1858165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06805" y="1170432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16533" y="126187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37157" y="12161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Entry &amp; Detection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37157" y="1444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balls enter the path. Color sensor reads ball at the detection gate.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06805" y="1792224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16533" y="18836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37157" y="18379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Color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37157" y="2066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is lifted and routed to green or white path by Arduino servos.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06805" y="2414016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16533" y="250545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37157" y="24597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 Question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37157" y="26883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displays question. Player presses Button A or B to answer.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06805" y="3035808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16533" y="31272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937157" y="308152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Unlock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37157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→ servo gate opens, ball moves to shooter lane.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406805" y="3657600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516533" y="37490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937157" y="370332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Shoots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37157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joystick control. Ball hits Left (100 pts) or other (50 pts).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06805" y="4279392"/>
            <a:ext cx="6508595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516533" y="437083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2937157" y="43251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Repeats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37157" y="4553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returns to path, cycle restarts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457200"/>
            <a:ext cx="64008" cy="640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46320"/>
            <a:ext cx="64008" cy="640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4754880"/>
            <a:ext cx="64008" cy="6400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SPECIFICATIONS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Parts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8872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88720"/>
            <a:ext cx="201168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243584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Arduino Uno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688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Dual-board architecture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slave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87168" y="118872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1188720"/>
            <a:ext cx="201168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243584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&amp; Inputs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78608" y="17830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sensor (green/white detection)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24688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Joystick modules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31546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Push buttons (A/B per player)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118872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1188720"/>
            <a:ext cx="201168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1243584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736" y="17830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Servo motors (gates &amp; shooter)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5736" y="24688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DC motors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45736" y="31546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mechanism motor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5736" y="38404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21424" y="1188720"/>
            <a:ext cx="2011680" cy="3749040"/>
          </a:xfrm>
          <a:prstGeom prst="roundRect">
            <a:avLst>
              <a:gd name="adj" fmla="val 4545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21424" y="1188720"/>
            <a:ext cx="201168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243584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&amp; 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2864" y="17830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/ 20A main supply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24688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AAA battery pack (5V)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12864" y="31546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Voltage regulators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12864" y="3840480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 screen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&amp;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TARGET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hit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difficulty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difficulty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778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Rules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balls go to the Green shooter lane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White balls go to the White shooter lane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62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Answer the trivia question before your gate opens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767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Use the joystick to aim and shoot the ball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114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Balls automatically return to the path — closed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462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Highest score after all balls cycled wins the round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27432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731520"/>
            <a:ext cx="45720" cy="457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097280"/>
            <a:ext cx="45720" cy="457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4114800"/>
            <a:ext cx="45720" cy="457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3657600"/>
            <a:ext cx="45720" cy="457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20040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475488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4572000"/>
            <a:ext cx="45720" cy="457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00C8FF">
              <a:alpha val="1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COSMIC WARS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 Welcome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 •  Faculty of Engineering  •  Mechatronics Dept.  •  mct231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Wars</dc:title>
  <dc:subject>PptxGenJS Presentation</dc:subject>
  <dc:creator>PptxGenJS</dc:creator>
  <cp:lastModifiedBy>PptxGenJS</cp:lastModifiedBy>
  <cp:revision>1</cp:revision>
  <dcterms:created xsi:type="dcterms:W3CDTF">2026-06-11T04:41:48Z</dcterms:created>
  <dcterms:modified xsi:type="dcterms:W3CDTF">2026-06-11T04:41:48Z</dcterms:modified>
</cp:coreProperties>
</file>